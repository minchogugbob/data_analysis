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9144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7AABCE-AE9F-4F8C-8E4A-3304BD5E3452}">
  <a:tblStyle styleId="{0F7AABCE-AE9F-4F8C-8E4A-3304BD5E3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5231f7ae9_0_5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5231f7a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5231f7ae9_0_23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5231f7ae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59700" y="590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31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00" y="5918125"/>
            <a:ext cx="6160124" cy="2295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3"/>
          <p:cNvGraphicFramePr/>
          <p:nvPr/>
        </p:nvGraphicFramePr>
        <p:xfrm>
          <a:off x="59700" y="7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83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주제: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인공지능 부문 주력 사업 분야 &amp; 인원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59700" y="965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3369300"/>
              </a:tblGrid>
              <a:tr h="12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 동기 : 현재 내 관심분야인 인공지능의 사업 전망과 활용 분야에 대해 알고 싶어서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3429000" y="9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3369300"/>
              </a:tblGrid>
              <a:tr h="12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자료 수집</a:t>
                      </a:r>
                      <a:r>
                        <a:rPr lang="ko"/>
                        <a:t> : KOSIS 국가통계포털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59700" y="232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345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500" y="2349800"/>
            <a:ext cx="5158800" cy="27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69325" y="5129225"/>
            <a:ext cx="556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가장 많은 인력은 인공지능 개발자인데, 가장 부족한 인력도 인공지능 개발자이다.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626500" y="8244275"/>
            <a:ext cx="550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인공지능 관련 인력 채용시 보는 압도적인 1순위는 경력 경험이므로 관련 활동들을 많이 해두는게 좋을 것 같다.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75" y="2937800"/>
            <a:ext cx="6471475" cy="1987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14"/>
          <p:cNvGraphicFramePr/>
          <p:nvPr/>
        </p:nvGraphicFramePr>
        <p:xfrm>
          <a:off x="59700" y="4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285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" name="Google Shape;69;p14"/>
          <p:cNvGraphicFramePr/>
          <p:nvPr/>
        </p:nvGraphicFramePr>
        <p:xfrm>
          <a:off x="59700" y="28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258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Google Shape;70;p14"/>
          <p:cNvGraphicFramePr/>
          <p:nvPr/>
        </p:nvGraphicFramePr>
        <p:xfrm>
          <a:off x="59700" y="548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358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275" y="95250"/>
            <a:ext cx="4286725" cy="27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275" y="5523100"/>
            <a:ext cx="2829401" cy="34979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4953000" y="308925"/>
            <a:ext cx="158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인공지능 사업 규모별 평균 매출액은 1000인 이상이 매우 높다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115850" y="4717475"/>
            <a:ext cx="663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1000인 </a:t>
            </a:r>
            <a:r>
              <a:rPr lang="ko"/>
              <a:t>이상 종사자 규모별 인공지능 부문의 압도적인 사업 분야는 인공지능 응용 스프트웨어이다. 가장 적은 분야는 연산 처리 부품/장치로 아직 HW부분의 개발은 덜 되어있는것을 볼 수 있다.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3562800" y="5618475"/>
            <a:ext cx="3161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</a:t>
            </a:r>
            <a:r>
              <a:rPr lang="ko"/>
              <a:t>분야에선 인력부족이 가장 큰 문제이고, 그 다음으로는 데이터 확보, 기술교류 및 협업의 어려움, 미래의 불확실성이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예상으론 비교적 최근에 뜨게 된 분야라 그런지 아직 많이 발달되지 않아서 그런 것 같다.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15"/>
          <p:cNvGraphicFramePr/>
          <p:nvPr/>
        </p:nvGraphicFramePr>
        <p:xfrm>
          <a:off x="59700" y="7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452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탐구4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Google Shape;81;p15"/>
          <p:cNvGraphicFramePr/>
          <p:nvPr/>
        </p:nvGraphicFramePr>
        <p:xfrm>
          <a:off x="59700" y="555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{0F7AABCE-AE9F-4F8C-8E4A-3304BD5E3452}</a:tableStyleId>
              </a:tblPr>
              <a:tblGrid>
                <a:gridCol w="6738600"/>
              </a:tblGrid>
              <a:tr h="11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결론 및 제언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</a:rPr>
                        <a:t>내가 종사자 규모가 1000인 이상인 곳에 들어가기 위해선 관련 경험을 쌓아야 한다.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</a:rPr>
                        <a:t>또, 그런 곳에선1순위 사업 분야가 '인공지능 응용 소프트웨어'이므로 이런 분야로 취업을 하는게 더 좋을 것 같다.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</a:rPr>
                        <a:t>추가로 규모가 크든 작든 현재인력이 제일 많은 분야는 인공지능 개발자이고, 부족 인력도 인공지능 개발자이므로 인공지능 개발자가 되는게 가장 좋을 것 같다.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highlight>
                            <a:srgbClr val="F7F7F7"/>
                          </a:highlight>
                        </a:rPr>
                        <a:t>현재 이 분야의 사업에서 가장 큰 문제점은 인력부족이므로 취업하기는 다른 직종보다는 약간 수월할 것 같다.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7F7F7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5" y="96950"/>
            <a:ext cx="6017099" cy="305582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94200" y="3185725"/>
            <a:ext cx="670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규모들의 보유 기술은 비슷하지만 1000인 이상이 보유한 기술을 약간 다르다.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곳들과 다르게 청각지능과 언어지능이 높은 편으로 나오는데, 이는 인공지능 스피커와 최근에 뜬 chatGPT때문에 그런 것 같다.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*범용인공지능(AGI) : 자기 스스로 학습하는 인공지능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