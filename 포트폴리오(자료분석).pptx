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86BC"/>
    <a:srgbClr val="ACB43E"/>
    <a:srgbClr val="7B5831"/>
    <a:srgbClr val="E7A7A7"/>
    <a:srgbClr val="61ACFF"/>
    <a:srgbClr val="C6C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8" autoAdjust="0"/>
    <p:restoredTop sz="94664" autoAdjust="0"/>
  </p:normalViewPr>
  <p:slideViewPr>
    <p:cSldViewPr>
      <p:cViewPr varScale="1">
        <p:scale>
          <a:sx n="97" d="100"/>
          <a:sy n="97" d="100"/>
        </p:scale>
        <p:origin x="-102" y="-35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1C965-55AE-4994-B322-1B05A9770674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969BA-692B-4FB9-82E1-D13A91D16BA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004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969BA-692B-4FB9-82E1-D13A91D16BA0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925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969BA-692B-4FB9-82E1-D13A91D16BA0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87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7497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80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922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9904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0432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8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194472" y="188640"/>
            <a:ext cx="9517057" cy="57606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latin typeface="HY울릉도B" panose="02030600000101010101" pitchFamily="18" charset="-127"/>
                <a:ea typeface="HY울릉도B" panose="02030600000101010101" pitchFamily="18" charset="-127"/>
              </a:rPr>
              <a:t>우리나라 인구수</a:t>
            </a:r>
            <a:r>
              <a:rPr lang="en-US" altLang="ko-KR" sz="2000" dirty="0" smtClean="0">
                <a:latin typeface="HY울릉도B" panose="02030600000101010101" pitchFamily="18" charset="-127"/>
                <a:ea typeface="HY울릉도B" panose="02030600000101010101" pitchFamily="18" charset="-127"/>
              </a:rPr>
              <a:t>/</a:t>
            </a:r>
            <a:r>
              <a:rPr lang="ko-KR" altLang="en-US" sz="2000" dirty="0" smtClean="0">
                <a:latin typeface="HY울릉도B" panose="02030600000101010101" pitchFamily="18" charset="-127"/>
                <a:ea typeface="HY울릉도B" panose="02030600000101010101" pitchFamily="18" charset="-127"/>
              </a:rPr>
              <a:t>외국인 거주 자료정리</a:t>
            </a:r>
            <a:endParaRPr lang="ko-KR" altLang="en-US" sz="2000" dirty="0"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837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1972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5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8702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92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2EAFF-8F97-44C4-B983-0514DAF4396A}" type="datetimeFigureOut">
              <a:rPr lang="ko-KR" altLang="en-US" smtClean="0"/>
              <a:t>2021-10-30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FC9A3-8BF3-4409-80B5-C6F476900B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70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4472" y="1296162"/>
            <a:ext cx="9517057" cy="1556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중학교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학년 사회 시간 때 우리나라 인구의 이동에 대해 배웠습니다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그러다 우리나라 사람들은 수도권에 비이상적으로 몰려있다는 것을 알았습니다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우리나라가 수도권만 발달되어 있단 것을 알고는 있었지만 그렇게까지 밀집되어 있는 줄은 처음 알았습니다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그러다 현재의 우리나라 사람들은 어디에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몇 명이 몰려있을지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살고 있는 지역엔 몇 명이 살고 있을지를 정확히 알고 싶어져서 만들게 되었습니다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4472" y="908721"/>
            <a:ext cx="951705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제작 동기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1897" y="3384392"/>
            <a:ext cx="9517057" cy="32849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막대그래프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00150" lvl="2" indent="-28575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 연령별 인구구조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00150" lvl="2" indent="-28575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인구분포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00150" lvl="2" indent="-28575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동네의 남성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여성 인구구조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00150" lvl="2" indent="-28575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 중  인구가 가장 많은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곳의 외국인 남성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여성 별 거주 지역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42950" lvl="1" indent="-285750">
              <a:buFont typeface="굴림" panose="020B0600000101010101" pitchFamily="50" charset="-127"/>
              <a:buChar char="-"/>
            </a:pP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선그래프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57300" lvl="2" indent="-34290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시도별 연령별 인구구조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57300" lvl="2" indent="-34290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동네의 연령별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성별 인구구조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57300" lvl="2" indent="-34290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그 근처의 연령별 인구분포 비교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0100" lvl="1" indent="-342900">
              <a:buFont typeface="굴림" panose="020B0600000101010101" pitchFamily="50" charset="-127"/>
              <a:buChar char="-"/>
            </a:pP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원그래프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1200150" lvl="2" indent="-285750">
              <a:buFont typeface="굴림" panose="020B0600000101010101" pitchFamily="50" charset="-127"/>
              <a:buChar char="-"/>
            </a:pP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행정구역별 외국인 거주 분포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42950" lvl="1" indent="-285750">
              <a:buFont typeface="굴림" panose="020B0600000101010101" pitchFamily="50" charset="-127"/>
              <a:buChar char="-"/>
            </a:pP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81897" y="2996952"/>
            <a:ext cx="951705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정리한 내용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178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C:\Users\User\Pictures\a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" t="-4763" r="21701" b="4763"/>
          <a:stretch/>
        </p:blipFill>
        <p:spPr bwMode="auto">
          <a:xfrm>
            <a:off x="273435" y="5881196"/>
            <a:ext cx="4103501" cy="39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User\Pictures\a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3933056"/>
            <a:ext cx="4673140" cy="203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User\Desktop\남궁비\colab\image\a1!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328528"/>
            <a:ext cx="5149214" cy="260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User\Pictures\a4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" r="24987"/>
          <a:stretch/>
        </p:blipFill>
        <p:spPr bwMode="auto">
          <a:xfrm>
            <a:off x="272480" y="6310024"/>
            <a:ext cx="4103501" cy="3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User\Pictures\a5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" r="16174"/>
          <a:stretch/>
        </p:blipFill>
        <p:spPr bwMode="auto">
          <a:xfrm>
            <a:off x="5673080" y="1328529"/>
            <a:ext cx="3960777" cy="145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94471" y="1296162"/>
            <a:ext cx="5226581" cy="53731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4471" y="908721"/>
            <a:ext cx="5226581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준비단계 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&amp;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입력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655078" y="1296162"/>
            <a:ext cx="4056451" cy="148476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655078" y="908721"/>
            <a:ext cx="4056451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준비단계 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&amp;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입력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655078" y="3356992"/>
            <a:ext cx="4056451" cy="33123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Colab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한글을 사용하기 위한 처리를 한 후 자료를 시각화하기 위한 준비를 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다음 한글 폰트를 지정합니다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마지막으로 필요한 자료들을 불러옵니다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655078" y="2969552"/>
            <a:ext cx="4056451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989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:\Users\User\Pictures\b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2" y="5621610"/>
            <a:ext cx="412836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User\Pictures\b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6"/>
          <a:stretch/>
        </p:blipFill>
        <p:spPr bwMode="auto">
          <a:xfrm>
            <a:off x="222672" y="1268760"/>
            <a:ext cx="4647778" cy="436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94471" y="1268760"/>
            <a:ext cx="4758529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4471" y="881320"/>
            <a:ext cx="4758529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변형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9018" y="1268760"/>
            <a:ext cx="4637889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 코드들은 자료를 시각화할 때 더 쉽데 변형하기 위한 준비단계입니다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표의 열에서 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2021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07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월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_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_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총 인구수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2021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07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월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_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_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연령구간 인구수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쓸 부분이 없으니 제거합니다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다음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열에서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을 행에도 추가한 다음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열의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을 제거합니다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마지막으로 열은 나이이므로 더욱 편리하게 숫자만 존재하도록 바꿉니다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09018" y="881320"/>
            <a:ext cx="4637889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56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User\Pictures\b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032" y="1268760"/>
            <a:ext cx="2592288" cy="146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User\Pictures\g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3029067"/>
            <a:ext cx="4803584" cy="169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35283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전국 연령별 인구구조 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pic>
        <p:nvPicPr>
          <p:cNvPr id="5" name="Picture 9" descr="C:\Users\User\Pictures\b3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41"/>
          <a:stretch/>
        </p:blipFill>
        <p:spPr bwMode="auto">
          <a:xfrm>
            <a:off x="279471" y="1466547"/>
            <a:ext cx="4025457" cy="145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169024" y="1268760"/>
            <a:ext cx="4493218" cy="35283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69024" y="881320"/>
            <a:ext cx="4493218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시도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별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연령별 인구구조 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pic>
        <p:nvPicPr>
          <p:cNvPr id="4100" name="Picture 4" descr="C:\Users\User\Pictures\g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032" y="2708920"/>
            <a:ext cx="4286802" cy="200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200472" y="5256600"/>
            <a:ext cx="4803584" cy="14847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나이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전국입니다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전국의 사람들을 나이별로 그려놓은 것으로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 사람들 중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60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세가 가장 많은 것을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0472" y="4869160"/>
            <a:ext cx="4803584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169024" y="5256600"/>
            <a:ext cx="4493218" cy="14847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나이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인구 수입니다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대부분의 사람들이 수도권인 </a:t>
            </a:r>
            <a:r>
              <a:rPr lang="ko-KR" altLang="en-US" sz="1500" dirty="0" smtClean="0">
                <a:solidFill>
                  <a:srgbClr val="ACB43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경기도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ko-KR" altLang="en-US" sz="1500" dirty="0" smtClean="0">
                <a:solidFill>
                  <a:srgbClr val="3686B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서울특별시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몰려있는 것을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.0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rgbClr val="ACB43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경기도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사는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50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 사람은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25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만 명을 넘는 것을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169024" y="4869160"/>
            <a:ext cx="4493218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95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0471" y="1268760"/>
            <a:ext cx="4824537" cy="5328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내가 사는 동네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인구분포시각화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pic>
        <p:nvPicPr>
          <p:cNvPr id="1026" name="Picture 2" descr="C:\Users\User\Desktop\남궁비\colab\image\c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05" y="1321535"/>
            <a:ext cx="4696487" cy="171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User\Desktop\남궁비\colab\image\c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05" y="3067302"/>
            <a:ext cx="4672822" cy="331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241033" y="1268760"/>
            <a:ext cx="4464496" cy="5328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전국의 모든 동네들 중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거주하고 있는 지역의 이름을 찾아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값들만 따로 저장해둡니다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값들로 막대그래프로 만들어 시각화해 줍니다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인구수입니다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약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40~60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대의 사람들이 많이 사는 것을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241033" y="881320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en-US" altLang="ko-KR" dirty="0" smtClean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213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남궁비\colab\image\d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34"/>
          <a:stretch/>
        </p:blipFill>
        <p:spPr bwMode="auto">
          <a:xfrm>
            <a:off x="200472" y="1447056"/>
            <a:ext cx="4688575" cy="97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User\Desktop\남궁비\colab\image\g4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2"/>
          <a:stretch/>
        </p:blipFill>
        <p:spPr bwMode="auto">
          <a:xfrm>
            <a:off x="245290" y="4653136"/>
            <a:ext cx="4779718" cy="1777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ser\Desktop\남궁비\colab\image\d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5" b="46812"/>
          <a:stretch/>
        </p:blipFill>
        <p:spPr bwMode="auto">
          <a:xfrm>
            <a:off x="200472" y="2564905"/>
            <a:ext cx="4779718" cy="199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5328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내가 사는 동네와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그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근처의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연령별 인구분포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41033" y="1268760"/>
            <a:ext cx="4464496" cy="5328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전국에 있는 동네 중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곳의 근처 동네의 값들을 각각 따로 저장해둡니다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동네까지 총 네 동네의 값으로 선그래프를 그립니다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나이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인구 수입니다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네 곳의 동네 중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rgbClr val="3686B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동네가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거주 중인 사람들이 가장 많은 걸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청소년들과 약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40~60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세의 사람들이 다른 동네보다 </a:t>
            </a:r>
            <a:r>
              <a:rPr lang="ko-KR" altLang="en-US" sz="1500" dirty="0" smtClean="0">
                <a:solidFill>
                  <a:srgbClr val="3686B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월등하게 많은 것을  알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241033" y="881320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68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:\Users\User\Desktop\남궁비\colab\image\e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32"/>
          <a:stretch/>
        </p:blipFill>
        <p:spPr bwMode="auto">
          <a:xfrm>
            <a:off x="5247592" y="1268760"/>
            <a:ext cx="4457937" cy="83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5328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변형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pic>
        <p:nvPicPr>
          <p:cNvPr id="3075" name="Picture 3" descr="C:\Users\User\Desktop\남궁비\colab\image\e1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82"/>
          <a:stretch/>
        </p:blipFill>
        <p:spPr bwMode="auto">
          <a:xfrm>
            <a:off x="221566" y="3991370"/>
            <a:ext cx="4720549" cy="253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User\Desktop\남궁비\colab\image\e2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82"/>
          <a:stretch/>
        </p:blipFill>
        <p:spPr bwMode="auto">
          <a:xfrm>
            <a:off x="221567" y="1299301"/>
            <a:ext cx="4720548" cy="254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241033" y="1268760"/>
            <a:ext cx="4464496" cy="13007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41033" y="881320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변형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241033" y="3189372"/>
            <a:ext cx="4464496" cy="34079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전국에 거주 중인 여성과 남성의 자료들을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전에 가공했던 자료와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똑같이 열에서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행정구역’을 행에도 추가한 다음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열의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행정구역＇을 제거합니다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자료에서 내가 사는 동네에 해당하는 값들만 따로 저장합니다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241033" y="2801932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17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C:\Users\User\Desktop\남궁비\colab\image\f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268761"/>
            <a:ext cx="4633065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680521" cy="36724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680521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내가 사는 동네의 남성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여성 인구 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pic>
        <p:nvPicPr>
          <p:cNvPr id="4100" name="Picture 4" descr="C:\Users\User\Desktop\남궁비\colab\image\f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37" y="1298914"/>
            <a:ext cx="4552579" cy="364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097016" y="1268760"/>
            <a:ext cx="4608513" cy="36724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097016" y="881320"/>
            <a:ext cx="4608513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내가 사는 동네의 남성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여성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인구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097016" y="5472624"/>
            <a:ext cx="4608513" cy="126874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옆의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그래프에서는 두 성별의 나이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차이가 잘 구분되지 않아 선 그래프로 다시 시각화하였습니다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파란색은 </a:t>
            </a:r>
            <a:r>
              <a:rPr lang="ko-KR" altLang="en-US" sz="1500" dirty="0" smtClean="0">
                <a:solidFill>
                  <a:srgbClr val="61AC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남성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빨간색은 </a:t>
            </a:r>
            <a:r>
              <a:rPr lang="ko-KR" altLang="en-US" sz="1500" dirty="0" smtClean="0">
                <a:solidFill>
                  <a:srgbClr val="E7A7A7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여성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대부분 어릴 땐 남성이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나이가 많을 땐 여성이 더 많습니다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097016" y="5085184"/>
            <a:ext cx="4608513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명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00472" y="5472624"/>
            <a:ext cx="4680520" cy="126874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인구 수입니다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전체 인구에서 여성인구를 겹쳐놓은 것으로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초록색은 남성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주황색은 여성입니다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남녀의 인구수가 잘 구분되지 않습니다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0472" y="5085184"/>
            <a:ext cx="4680520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10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남궁비\colab\image\h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48" y="1268760"/>
            <a:ext cx="3858504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자료 변형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241033" y="1268760"/>
            <a:ext cx="4464496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우리나라에 거주 중인 외국인들의 자료입니다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행을 열의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행정구역별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시군구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)’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로 바꿔주고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열의 것은 삭제합니다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행의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', 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읍부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', '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면부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', '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동부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＇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는 쓸 일이 없으니 삭제해 줍니다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41033" y="881320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14557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 descr="C:\Users\User\Desktop\남궁비\colab\image\g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21" y="2060848"/>
            <a:ext cx="4933595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User\Desktop\남궁비\colab\image\h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790"/>
          <a:stretch/>
        </p:blipFill>
        <p:spPr bwMode="auto">
          <a:xfrm>
            <a:off x="206488" y="1296917"/>
            <a:ext cx="4818520" cy="83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행정구역별 외국인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거주 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41032" y="1268760"/>
            <a:ext cx="4464497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우리나라에 거주 중인 외국인들을 각 지역별로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원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그래프를 만들었습니다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rgbClr val="ACB43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경기도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거주하고 있는 외국인이 제일 많고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두  번째로는 </a:t>
            </a:r>
            <a:r>
              <a:rPr lang="ko-KR" altLang="en-US" sz="1500" dirty="0" smtClean="0">
                <a:solidFill>
                  <a:srgbClr val="3686B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서울특별시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 번째는 </a:t>
            </a:r>
            <a:r>
              <a:rPr lang="ko-KR" altLang="en-US" sz="1500" dirty="0" smtClean="0">
                <a:solidFill>
                  <a:srgbClr val="C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인천광역시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네 번째는 </a:t>
            </a:r>
            <a:r>
              <a:rPr lang="ko-KR" altLang="en-US" sz="1500" dirty="0" smtClean="0">
                <a:solidFill>
                  <a:schemeClr val="accent6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충청남도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다섯 번째는 </a:t>
            </a:r>
            <a:r>
              <a:rPr lang="ko-KR" altLang="en-US" sz="1500" dirty="0" smtClean="0">
                <a:solidFill>
                  <a:srgbClr val="7B583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경상남도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rgbClr val="ACB43E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경기도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ko-KR" altLang="en-US" sz="1500" dirty="0" smtClean="0">
                <a:solidFill>
                  <a:srgbClr val="3686BC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서울특별시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 확연하게 많고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나머지는 거의 비슷하게 거주하고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bg1">
                    <a:lumMod val="5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세종특별자치시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거주하고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있는 사람은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7,244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명으로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거주 중인 외국인이 가장 적은 곳 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241032" y="881320"/>
            <a:ext cx="446449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52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esktop\남궁비\colab\image\i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39"/>
          <a:stretch/>
        </p:blipFill>
        <p:spPr bwMode="auto">
          <a:xfrm>
            <a:off x="200470" y="1281336"/>
            <a:ext cx="4789527" cy="385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User\Desktop\남궁비\colab\image\i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22"/>
          <a:stretch/>
        </p:blipFill>
        <p:spPr bwMode="auto">
          <a:xfrm>
            <a:off x="200472" y="5140957"/>
            <a:ext cx="4824536" cy="1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4824537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482453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행정구역별 외국인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상위 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곳의 자료 변형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241033" y="1268759"/>
            <a:ext cx="4464496" cy="539289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앞에 설명했던 외국인이 거주 중인 지역 중 상위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곳의 자료들만 빼내어 한곳에 저장합니다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41033" y="881320"/>
            <a:ext cx="4464496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42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User\Desktop\남궁비\colab\image\i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17" y="1398956"/>
            <a:ext cx="6179843" cy="462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00471" y="1268760"/>
            <a:ext cx="6192689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6192689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행정구역별 외국인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상위 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곳의 시각화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609185" y="1268760"/>
            <a:ext cx="3096344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X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인구수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y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축은 지역입니다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자료의 인구수를 적을 때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그래프의 칸을 넘거나 다른 텍스트와 겹치지 않기 위해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띠그래프의 길이가 일정 길이를 넘으면 위치를 안쪽으로 옮겼습니다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서울특별시를 제외한 나머지 지역은 여성보다 남성이 더 많습니다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외국인들이 가장 많이 거주하는 지역인 경기도는 남성과 여성의 차이가 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93,386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명입니다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09185" y="881320"/>
            <a:ext cx="3096344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설명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828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0471" y="1268760"/>
            <a:ext cx="9505057" cy="5400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수도권에 우리나라 총인구의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50%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이상이 몰려있다는 것을 알았습니다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가공하기 전의 자료는 표로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값이 많아 보기 힘들었는데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시각화하니 차이도 한눈에 보이고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원하는 결과를 얻을 수 있어 유익한 시간이었습니다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전국 연령별 인구구조를 보니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청소년은 월등히 적은 데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40~60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대는 많으므로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이대로라면 우리나라는 얼마 지나지 않아 </a:t>
            </a:r>
            <a:r>
              <a:rPr lang="ko-KR" altLang="en-US" sz="15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초고령화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시대가 될 것으로 예상됩니다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그러므로 우리나라는 노인들을 위한 복지서비스가 발달할 것으로 예상됩니다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나이가 많아질수록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여성이 남성보다 더 많아지는데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이는 여성이 남성보다 더 오래 산다는 것을 알 수 있습니다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이런 결과로 보아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특히 여성을 위한 의료서비스 등이 발달할 것으로 예상됩니다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동네나 주변의 동네나 사는 인구수는 비슷할 줄 알았는데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내가 사는 동네가 가장 많다는 것을 알고 조금 신기했습니다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우리나라에 거주 중인 사람들이 총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51,671,569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명인데 </a:t>
            </a:r>
            <a:r>
              <a:rPr lang="ko-KR" altLang="en-US" sz="15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그중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1,695,643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명이 외국인이라는 것을 보고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우리나라에 거주 중인 외국인이 많다는 것을 깨달았습니다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분석한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값은 사람이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많이 사는 곳에선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집을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건축 또는 투자하거나</a:t>
            </a:r>
            <a:r>
              <a:rPr lang="en-US" altLang="ko-KR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해당 나이의 사람들이 필요한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시설들을 향상하는데 도울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예를 들어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어린이들이 많은 지역엔 </a:t>
            </a:r>
            <a:r>
              <a:rPr lang="ko-KR" altLang="en-US" sz="1500" dirty="0" err="1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키즈카페나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학교를 설치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노인들이 많은 곳이면 </a:t>
            </a:r>
            <a:r>
              <a:rPr lang="ko-KR" altLang="en-US" sz="1500" dirty="0" err="1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돌보미</a:t>
            </a:r>
            <a:r>
              <a:rPr lang="ko-KR" altLang="en-US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시설이나 병원을 설치하는 도움을 줄 수 있습니다</a:t>
            </a:r>
            <a:r>
              <a:rPr lang="en-US" altLang="ko-KR" sz="15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5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0471" y="881320"/>
            <a:ext cx="9505057" cy="387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느낀 점 </a:t>
            </a:r>
            <a:r>
              <a:rPr lang="en-US" altLang="ko-KR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&amp; </a:t>
            </a:r>
            <a:r>
              <a:rPr lang="ko-KR" altLang="en-US" dirty="0" smtClean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알게 된 점</a:t>
            </a:r>
            <a:endParaRPr lang="ko-KR" altLang="en-US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253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919</Words>
  <Application>Microsoft Office PowerPoint</Application>
  <PresentationFormat>A4 용지(210x297mm)</PresentationFormat>
  <Paragraphs>122</Paragraphs>
  <Slides>13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40</cp:revision>
  <dcterms:created xsi:type="dcterms:W3CDTF">2021-10-16T02:57:44Z</dcterms:created>
  <dcterms:modified xsi:type="dcterms:W3CDTF">2021-10-30T08:13:33Z</dcterms:modified>
</cp:coreProperties>
</file>